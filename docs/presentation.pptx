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24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8134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1417320"/>
            <a:ext cx="1188720" cy="1188720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442" y="1738274"/>
            <a:ext cx="546811" cy="54681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788920"/>
            <a:ext cx="112772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Stock and Options Tracker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45262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CSCI 49900  ·  Project Proposal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52120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Ishpreet Singh   ·   Will Gadson   ·   Joel Lee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5596128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14,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INTRODUCTION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is a mobile app that helps beginner investors understand the stock market.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users financial tools and information right on their phone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for expensive software like a Bloomberg Terminal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everyday people, not professional traders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EXAMPLE USER APPLICATION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User Application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 rides the train to work and uses the app on his phone to check stocks and make decisions. It shows how MarketMinds is useful in everyday life.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68680" y="2880360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00200" y="2880360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app on the train and sees live-stock data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68680" y="3739896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37398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00200" y="3739896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his Apple and Microsoft stocks on a simple chart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868680" y="4599432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4599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600200" y="4599432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a call option, the app prices it in the background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868680" y="5458968"/>
            <a:ext cx="502920" cy="502920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6868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1600200" y="54589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his decision before the train reaches his stop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PRODUCT THINKING FRAMEWORK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 Framework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to help regular people use advanced financial tools on their phones and make investing easier and more accessible for everyone.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Make high-level financial math accessible to everyone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Audience: Beginner and everyday retail investors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These tools are hard to use away from a desktop or office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Strategy: Build a web app accessible </a:t>
            </a:r>
            <a:r>
              <a:rPr lang="en-US" sz="165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phones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UNIQUE VALUE PROPOSITION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Value Proposition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our app different is that it combines live stock market data with fast financial calculations.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 data and option pricing in one place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math runs on the server using parallel computing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get useful results quickly on their phones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PROJECT GOALS AND ACCOUNTABILITY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 and Accountability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main goal is speed and reliability. Users should get results quickly without the app freezing or crashing.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should return fast, not after a long wait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should stay stable and not crash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math is slow, users leave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MOBILE APPLICATION STRATEGY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 Strategy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chose a mobile app because people use their phones everywhere.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convenient than opening a website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performance for the interface and charts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when users are out and about, like on a commute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FRONT-END USER INTERFACE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User Interface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build the user interface using HTML/CSS/JS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a simple, clean, and easy-to-use design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stock charts and the inputs for the options calculator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sketch the layouts first, then build a first-draft web app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BACK-END INFRASTRUCTURE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 Infrastructure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will use Python to handle the calculations and send results back to the app.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has strong libraries for math and data work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parallel computing to run heavy simulations faster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the phone's request, runs the math, returns the answer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DATA SOURCES AND APIs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and APIs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get stock market data from Yahoo Finance through its API.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both live and historical stock prices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comes back in JSON format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fill the charts and prices shown in the app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MINIMUM VIABLE PRODUCT (MVP)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Viable Product (MVP)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MVP is the basic working version of </a:t>
            </a:r>
            <a:r>
              <a:rPr lang="en-US" sz="170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app, </a:t>
            </a: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stock data from the internet onto the phone.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API calls to Yahoo Finance and get data back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JSON data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live stock prices and trends clearly, without crashing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POST-MVP FEATURES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Post-MVP Features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MVP, we plan to add more advanced features.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788920"/>
            <a:ext cx="10058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trackers (in the money, out of the money, knocked out)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options price calculator</a:t>
            </a:r>
            <a:endParaRPr lang="en-US" sz="1650" dirty="0"/>
          </a:p>
          <a:p>
            <a:pPr marL="279400" indent="-2794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Black-Scholes, Binomial Model, and Monte Carlo simulations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27080" y="640080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4217" y="867217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65836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TEAM COMPETENCIES AND WORK DISTRIBUTION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96926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Competencies and Work Distribution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divided the work based on each member's strengths and meet in class on Wednesdays to connect our parts.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1520" y="2834640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05840" y="2980944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Joel Lee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Back-End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206240" y="2834640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Python server and API endpoints and connects the app to the server.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31520" y="4050792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005840" y="4197096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Ishpreet Singh</a:t>
            </a:r>
            <a:endParaRPr lang="en-US" sz="1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206240" y="4050792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web interface and designs the screen layouts.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731520" y="5266944"/>
            <a:ext cx="10698480" cy="1051560"/>
          </a:xfrm>
          <a:prstGeom prst="roundRect">
            <a:avLst>
              <a:gd name="adj" fmla="val 5217"/>
            </a:avLst>
          </a:prstGeom>
          <a:solidFill>
            <a:srgbClr val="F4F6F8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5840" y="5413248"/>
            <a:ext cx="30175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Gadson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Calculations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206240" y="5266944"/>
            <a:ext cx="6949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and processes Yahoo Finance data and builds the pricing models and simulations.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658368"/>
            <a:ext cx="841248" cy="841248"/>
          </a:xfrm>
          <a:prstGeom prst="ellipse">
            <a:avLst/>
          </a:prstGeom>
          <a:solidFill>
            <a:srgbClr val="E8F3E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657" y="885505"/>
            <a:ext cx="386974" cy="3869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8308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219456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is a mobile app that helps everyday people understand the stock market using live data and financial tools.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31520" y="38862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 is to make investing easier and more accessible.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31520" y="4937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MarketMinds  ·  CSCI 49900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818</Words>
  <Application>Microsoft Macintosh PowerPoint</Application>
  <PresentationFormat>Widescreen</PresentationFormat>
  <Paragraphs>133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MarketMinds</dc:title>
  <dc:subject>PptxGenJS Presentation</dc:subject>
  <dc:creator>Ishpreet Singh, Wilson Gadson, Xin (Sue) Sui</dc:creator>
  <cp:lastModifiedBy>Joel Lee</cp:lastModifiedBy>
  <cp:revision>15</cp:revision>
  <dcterms:created xsi:type="dcterms:W3CDTF">2026-06-22T22:18:37Z</dcterms:created>
  <dcterms:modified xsi:type="dcterms:W3CDTF">2026-06-22T22:53:01Z</dcterms:modified>
</cp:coreProperties>
</file>